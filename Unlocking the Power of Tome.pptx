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446A57E0-BC37-4FCF-944D-A829CD3366AA}" type="datetimeFigureOut">
              <a:rPr lang="en-GB" smtClean="0"/>
              <a:t>26/09/2023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495677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46A57E0-BC37-4FCF-944D-A829CD3366AA}" type="datetimeFigureOut">
              <a:rPr lang="en-GB" smtClean="0"/>
              <a:t>26/09/2023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3378923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6A57E0-BC37-4FCF-944D-A829CD3366AA}" type="datetimeFigureOut">
              <a:rPr lang="en-GB" smtClean="0"/>
              <a:t>26/09/2023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2303360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446A57E0-BC37-4FCF-944D-A829CD3366AA}" type="datetimeFigureOut">
              <a:rPr lang="en-GB" smtClean="0"/>
              <a:t>26/09/2023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1713264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446A57E0-BC37-4FCF-944D-A829CD3366AA}" type="datetimeFigureOut">
              <a:rPr lang="en-GB" smtClean="0"/>
              <a:t>26/09/2023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347347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446A57E0-BC37-4FCF-944D-A829CD3366AA}" type="datetimeFigureOut">
              <a:rPr lang="en-GB" smtClean="0"/>
              <a:t>26/09/2023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450126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6A57E0-BC37-4FCF-944D-A829CD3366AA}" type="datetimeFigureOut">
              <a:rPr lang="en-GB" smtClean="0"/>
              <a:t>26/09/2023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65303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6A57E0-BC37-4FCF-944D-A829CD3366AA}" type="datetimeFigureOut">
              <a:rPr lang="en-GB" smtClean="0"/>
              <a:t>26/09/2023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96764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6A57E0-BC37-4FCF-944D-A829CD3366AA}" type="datetimeFigureOut">
              <a:rPr lang="en-GB" smtClean="0"/>
              <a:t>26/09/2023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434267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46A57E0-BC37-4FCF-944D-A829CD3366AA}" type="datetimeFigureOut">
              <a:rPr lang="en-GB" smtClean="0"/>
              <a:t>26/09/2023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18888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46A57E0-BC37-4FCF-944D-A829CD3366AA}" type="datetimeFigureOut">
              <a:rPr lang="en-GB" smtClean="0"/>
              <a:t>26/09/2023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422BFA-FE9A-4E2A-A43A-E8CA341D184E}" type="slidenum">
              <a:rPr lang="en-GB" smtClean="0"/>
              <a:t>‹#›</a:t>
            </a:fld>
            <a:endParaRPr lang="en-GB"/>
          </a:p>
        </p:txBody>
      </p:sp>
    </p:spTree>
    <p:extLst>
      <p:ext uri="{BB962C8B-B14F-4D97-AF65-F5344CB8AC3E}">
        <p14:creationId xmlns:p14="http://schemas.microsoft.com/office/powerpoint/2010/main" val="719425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6A57E0-BC37-4FCF-944D-A829CD3366AA}" type="datetimeFigureOut">
              <a:rPr lang="en-GB" smtClean="0"/>
              <a:t>26/09/2023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422BFA-FE9A-4E2A-A43A-E8CA341D184E}" type="slidenum">
              <a:rPr lang="en-GB" smtClean="0"/>
              <a:t>‹#›</a:t>
            </a:fld>
            <a:endParaRPr lang="en-GB"/>
          </a:p>
        </p:txBody>
      </p:sp>
    </p:spTree>
    <p:extLst>
      <p:ext uri="{BB962C8B-B14F-4D97-AF65-F5344CB8AC3E}">
        <p14:creationId xmlns:p14="http://schemas.microsoft.com/office/powerpoint/2010/main" val="83698341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2564904"/>
            <a:ext cx="7772400" cy="1470025"/>
          </a:xfrm>
        </p:spPr>
        <p:txBody>
          <a:bodyPr>
            <a:normAutofit fontScale="90000"/>
          </a:bodyPr>
          <a:lstStyle/>
          <a:p>
            <a:r>
              <a:rPr lang="en-GB" dirty="0" smtClean="0">
                <a:solidFill>
                  <a:schemeClr val="accent5">
                    <a:lumMod val="20000"/>
                    <a:lumOff val="80000"/>
                  </a:schemeClr>
                </a:solidFill>
              </a:rPr>
              <a:t>Unlocking the Power of Tome.app: A Journey Through the Ultimate Note-Taking Tool</a:t>
            </a:r>
            <a:endParaRPr lang="en-GB" dirty="0">
              <a:solidFill>
                <a:schemeClr val="accent5">
                  <a:lumMod val="20000"/>
                  <a:lumOff val="80000"/>
                </a:schemeClr>
              </a:solidFill>
            </a:endParaRPr>
          </a:p>
        </p:txBody>
      </p:sp>
    </p:spTree>
    <p:extLst>
      <p:ext uri="{BB962C8B-B14F-4D97-AF65-F5344CB8AC3E}">
        <p14:creationId xmlns:p14="http://schemas.microsoft.com/office/powerpoint/2010/main" val="1589654756"/>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5" y="273050"/>
            <a:ext cx="4342121" cy="1355750"/>
          </a:xfrm>
        </p:spPr>
        <p:txBody>
          <a:bodyPr>
            <a:normAutofit/>
          </a:bodyPr>
          <a:lstStyle/>
          <a:p>
            <a:r>
              <a:rPr lang="en-GB" sz="3200" dirty="0" smtClean="0">
                <a:solidFill>
                  <a:schemeClr val="accent5">
                    <a:lumMod val="40000"/>
                    <a:lumOff val="60000"/>
                  </a:schemeClr>
                </a:solidFill>
              </a:rPr>
              <a:t>Introducing Tome.app</a:t>
            </a:r>
            <a:endParaRPr lang="en-GB" sz="3200" dirty="0">
              <a:solidFill>
                <a:schemeClr val="accent5">
                  <a:lumMod val="40000"/>
                  <a:lumOff val="60000"/>
                </a:schemeClr>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39952" y="836712"/>
            <a:ext cx="4680520" cy="5455245"/>
          </a:xfrm>
        </p:spPr>
      </p:pic>
      <p:sp>
        <p:nvSpPr>
          <p:cNvPr id="4" name="Text Placeholder 3"/>
          <p:cNvSpPr>
            <a:spLocks noGrp="1"/>
          </p:cNvSpPr>
          <p:nvPr>
            <p:ph type="body" sz="half" idx="2"/>
          </p:nvPr>
        </p:nvSpPr>
        <p:spPr>
          <a:xfrm>
            <a:off x="323528" y="2564904"/>
            <a:ext cx="3141985" cy="3561259"/>
          </a:xfrm>
        </p:spPr>
        <p:txBody>
          <a:bodyPr>
            <a:noAutofit/>
          </a:bodyPr>
          <a:lstStyle/>
          <a:p>
            <a:r>
              <a:rPr lang="en-GB" sz="2400" dirty="0" smtClean="0">
                <a:effectLst/>
              </a:rPr>
              <a:t>Welcome to the world of Tome.app, where note-taking is no longer a tedious task but an enjoyable experience. Tome.app's user-friendly interface has got you covered if you need to </a:t>
            </a:r>
            <a:r>
              <a:rPr lang="en-GB" sz="2400" dirty="0" smtClean="0"/>
              <a:t>give any presentations</a:t>
            </a:r>
            <a:r>
              <a:rPr lang="en-GB" sz="2400" dirty="0" smtClean="0">
                <a:effectLst/>
              </a:rPr>
              <a:t>. </a:t>
            </a:r>
            <a:endParaRPr lang="en-GB" sz="2400" dirty="0"/>
          </a:p>
        </p:txBody>
      </p:sp>
    </p:spTree>
    <p:extLst>
      <p:ext uri="{BB962C8B-B14F-4D97-AF65-F5344CB8AC3E}">
        <p14:creationId xmlns:p14="http://schemas.microsoft.com/office/powerpoint/2010/main" val="192757547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826768" cy="1162050"/>
          </a:xfrm>
        </p:spPr>
        <p:txBody>
          <a:bodyPr>
            <a:noAutofit/>
          </a:bodyPr>
          <a:lstStyle/>
          <a:p>
            <a:r>
              <a:rPr lang="en-GB" sz="2800" dirty="0" smtClean="0">
                <a:solidFill>
                  <a:schemeClr val="accent5">
                    <a:lumMod val="40000"/>
                    <a:lumOff val="60000"/>
                  </a:schemeClr>
                </a:solidFill>
              </a:rPr>
              <a:t>The Problem with Traditional Note-Taking</a:t>
            </a:r>
            <a:endParaRPr lang="en-GB" sz="2800" dirty="0">
              <a:solidFill>
                <a:schemeClr val="accent5">
                  <a:lumMod val="40000"/>
                  <a:lumOff val="60000"/>
                </a:schemeClr>
              </a:solidFill>
            </a:endParaRPr>
          </a:p>
        </p:txBody>
      </p:sp>
      <p:sp>
        <p:nvSpPr>
          <p:cNvPr id="3" name="Content Placeholder 2"/>
          <p:cNvSpPr>
            <a:spLocks noGrp="1"/>
          </p:cNvSpPr>
          <p:nvPr>
            <p:ph idx="1"/>
          </p:nvPr>
        </p:nvSpPr>
        <p:spPr>
          <a:xfrm>
            <a:off x="4283968" y="273050"/>
            <a:ext cx="4402832" cy="5853113"/>
          </a:xfrm>
        </p:spPr>
        <p:txBody>
          <a:bodyPr/>
          <a:lstStyle/>
          <a:p>
            <a:endParaRPr lang="en-GB" dirty="0"/>
          </a:p>
        </p:txBody>
      </p:sp>
      <p:sp>
        <p:nvSpPr>
          <p:cNvPr id="4" name="Text Placeholder 3"/>
          <p:cNvSpPr>
            <a:spLocks noGrp="1"/>
          </p:cNvSpPr>
          <p:nvPr>
            <p:ph type="body" sz="half" idx="2"/>
          </p:nvPr>
        </p:nvSpPr>
        <p:spPr>
          <a:xfrm>
            <a:off x="457200" y="1435100"/>
            <a:ext cx="3754760" cy="4691063"/>
          </a:xfrm>
        </p:spPr>
        <p:txBody>
          <a:bodyPr/>
          <a:lstStyle/>
          <a:p>
            <a:r>
              <a:rPr lang="en-GB" dirty="0"/>
              <a:t>One of the most challenging aspects of note taking is the toll it takes on working memory. Working memory's capacity is limited, and information held in working memory slips away in real time</a:t>
            </a:r>
          </a:p>
        </p:txBody>
      </p:sp>
    </p:spTree>
    <p:extLst>
      <p:ext uri="{BB962C8B-B14F-4D97-AF65-F5344CB8AC3E}">
        <p14:creationId xmlns:p14="http://schemas.microsoft.com/office/powerpoint/2010/main" val="219813106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90</Words>
  <Application>Microsoft Office PowerPoint</Application>
  <PresentationFormat>On-screen Show (4:3)</PresentationFormat>
  <Paragraphs>5</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Unlocking the Power of Tome.app: A Journey Through the Ultimate Note-Taking Tool</vt:lpstr>
      <vt:lpstr>Introducing Tome.app</vt:lpstr>
      <vt:lpstr>The Problem with Traditional Note-Taking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Unlocking the Power of Tome.app: A Journey Through the Ultimate Note-Taking Tool</dc:title>
  <dc:creator>STUDENT</dc:creator>
  <cp:lastModifiedBy>STUDENT</cp:lastModifiedBy>
  <cp:revision>3</cp:revision>
  <dcterms:created xsi:type="dcterms:W3CDTF">2023-09-26T14:29:42Z</dcterms:created>
  <dcterms:modified xsi:type="dcterms:W3CDTF">2023-09-26T14:54:52Z</dcterms:modified>
</cp:coreProperties>
</file>